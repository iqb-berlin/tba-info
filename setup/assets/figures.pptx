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9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C3E6"/>
    <a:srgbClr val="A3B1C5"/>
    <a:srgbClr val="405786"/>
    <a:srgbClr val="7D12B9"/>
    <a:srgbClr val="7D12BA"/>
    <a:srgbClr val="D92FC1"/>
    <a:srgbClr val="008CBA"/>
    <a:srgbClr val="2E75B6"/>
    <a:srgbClr val="D6DCE5"/>
    <a:srgbClr val="B400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30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7921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1326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8403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2990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2876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81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976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546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4987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7102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0063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8E2D6-597E-47D2-87A5-57F74AD9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486834"/>
            <a:ext cx="5342083" cy="754737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01990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B6569-5EFF-41A8-B6CB-39864A9A9501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31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feil: nach links und rechts 37">
            <a:extLst>
              <a:ext uri="{FF2B5EF4-FFF2-40B4-BE49-F238E27FC236}">
                <a16:creationId xmlns:a16="http://schemas.microsoft.com/office/drawing/2014/main" id="{8D6B8F12-02CC-271A-8D3D-FA566F90B622}"/>
              </a:ext>
            </a:extLst>
          </p:cNvPr>
          <p:cNvSpPr/>
          <p:nvPr/>
        </p:nvSpPr>
        <p:spPr>
          <a:xfrm rot="16200000">
            <a:off x="222764" y="3758212"/>
            <a:ext cx="1621178" cy="317898"/>
          </a:xfrm>
          <a:prstGeom prst="leftRightArrow">
            <a:avLst/>
          </a:prstGeom>
          <a:solidFill>
            <a:srgbClr val="A3B1C5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51B04D-69E8-4BFE-9F1D-951E570F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tc-services1.png</a:t>
            </a: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7C023EEC-9FC4-4437-8575-93036B4F18E1}"/>
              </a:ext>
            </a:extLst>
          </p:cNvPr>
          <p:cNvSpPr/>
          <p:nvPr/>
        </p:nvSpPr>
        <p:spPr>
          <a:xfrm>
            <a:off x="2518843" y="4764381"/>
            <a:ext cx="1391955" cy="1187076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Backend</a:t>
            </a:r>
          </a:p>
        </p:txBody>
      </p:sp>
      <p:sp>
        <p:nvSpPr>
          <p:cNvPr id="14" name="Flussdiagramm: Magnetplattenspeicher 13">
            <a:extLst>
              <a:ext uri="{FF2B5EF4-FFF2-40B4-BE49-F238E27FC236}">
                <a16:creationId xmlns:a16="http://schemas.microsoft.com/office/drawing/2014/main" id="{86834FDF-1CD4-E4EA-7DC5-D3B9E562E3D1}"/>
              </a:ext>
            </a:extLst>
          </p:cNvPr>
          <p:cNvSpPr/>
          <p:nvPr/>
        </p:nvSpPr>
        <p:spPr>
          <a:xfrm>
            <a:off x="1540221" y="7025286"/>
            <a:ext cx="1481333" cy="1318160"/>
          </a:xfrm>
          <a:prstGeom prst="flowChartMagneticDisk">
            <a:avLst/>
          </a:prstGeom>
          <a:solidFill>
            <a:srgbClr val="008C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Daten-bank</a:t>
            </a:r>
          </a:p>
        </p:txBody>
      </p:sp>
      <p:sp>
        <p:nvSpPr>
          <p:cNvPr id="18" name="Flussdiagramm: Magnetplattenspeicher 17">
            <a:extLst>
              <a:ext uri="{FF2B5EF4-FFF2-40B4-BE49-F238E27FC236}">
                <a16:creationId xmlns:a16="http://schemas.microsoft.com/office/drawing/2014/main" id="{443AFF5E-947C-5019-FD20-B0B16B90CDA2}"/>
              </a:ext>
            </a:extLst>
          </p:cNvPr>
          <p:cNvSpPr/>
          <p:nvPr/>
        </p:nvSpPr>
        <p:spPr>
          <a:xfrm>
            <a:off x="3408083" y="7025286"/>
            <a:ext cx="1481333" cy="1318161"/>
          </a:xfrm>
          <a:prstGeom prst="flowChartMagneticDisk">
            <a:avLst/>
          </a:prstGeom>
          <a:solidFill>
            <a:srgbClr val="008C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File-Server</a:t>
            </a:r>
          </a:p>
        </p:txBody>
      </p:sp>
      <p:sp>
        <p:nvSpPr>
          <p:cNvPr id="24" name="Pfeil: nach rechts 23">
            <a:extLst>
              <a:ext uri="{FF2B5EF4-FFF2-40B4-BE49-F238E27FC236}">
                <a16:creationId xmlns:a16="http://schemas.microsoft.com/office/drawing/2014/main" id="{7CECF0F5-36FC-4E9A-027A-30B0C3CF8176}"/>
              </a:ext>
            </a:extLst>
          </p:cNvPr>
          <p:cNvSpPr/>
          <p:nvPr/>
        </p:nvSpPr>
        <p:spPr>
          <a:xfrm>
            <a:off x="3910798" y="5198970"/>
            <a:ext cx="789513" cy="317898"/>
          </a:xfrm>
          <a:prstGeom prst="rightArrow">
            <a:avLst/>
          </a:prstGeom>
          <a:solidFill>
            <a:srgbClr val="A3B1C5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Pfeil: nach rechts 24">
            <a:extLst>
              <a:ext uri="{FF2B5EF4-FFF2-40B4-BE49-F238E27FC236}">
                <a16:creationId xmlns:a16="http://schemas.microsoft.com/office/drawing/2014/main" id="{EEA05341-B3CA-AD28-4370-F65A49B26AD8}"/>
              </a:ext>
            </a:extLst>
          </p:cNvPr>
          <p:cNvSpPr/>
          <p:nvPr/>
        </p:nvSpPr>
        <p:spPr>
          <a:xfrm rot="17287596">
            <a:off x="4339901" y="6340990"/>
            <a:ext cx="1090063" cy="317898"/>
          </a:xfrm>
          <a:prstGeom prst="rightArrow">
            <a:avLst/>
          </a:prstGeom>
          <a:solidFill>
            <a:srgbClr val="A3B1C5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Pfeil: nach rechts 26">
            <a:extLst>
              <a:ext uri="{FF2B5EF4-FFF2-40B4-BE49-F238E27FC236}">
                <a16:creationId xmlns:a16="http://schemas.microsoft.com/office/drawing/2014/main" id="{28B87639-6E21-18C3-B919-0A1614E6080E}"/>
              </a:ext>
            </a:extLst>
          </p:cNvPr>
          <p:cNvSpPr/>
          <p:nvPr/>
        </p:nvSpPr>
        <p:spPr>
          <a:xfrm rot="16200000">
            <a:off x="4569251" y="3774657"/>
            <a:ext cx="1654069" cy="317898"/>
          </a:xfrm>
          <a:prstGeom prst="rightArrow">
            <a:avLst/>
          </a:prstGeom>
          <a:solidFill>
            <a:srgbClr val="A3B1C5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FB3B7902-B1C0-3F89-E808-132CD1E63FEB}"/>
              </a:ext>
            </a:extLst>
          </p:cNvPr>
          <p:cNvSpPr/>
          <p:nvPr/>
        </p:nvSpPr>
        <p:spPr>
          <a:xfrm>
            <a:off x="337375" y="2388476"/>
            <a:ext cx="5754891" cy="685205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Frontend</a:t>
            </a:r>
          </a:p>
        </p:txBody>
      </p:sp>
      <p:sp>
        <p:nvSpPr>
          <p:cNvPr id="29" name="Pfeil: nach links und rechts 28">
            <a:extLst>
              <a:ext uri="{FF2B5EF4-FFF2-40B4-BE49-F238E27FC236}">
                <a16:creationId xmlns:a16="http://schemas.microsoft.com/office/drawing/2014/main" id="{A56B1A95-1150-28D1-2B07-6C4BC53F8F02}"/>
              </a:ext>
            </a:extLst>
          </p:cNvPr>
          <p:cNvSpPr/>
          <p:nvPr/>
        </p:nvSpPr>
        <p:spPr>
          <a:xfrm rot="16200000">
            <a:off x="2385915" y="3776527"/>
            <a:ext cx="1657809" cy="317898"/>
          </a:xfrm>
          <a:prstGeom prst="leftRightArrow">
            <a:avLst/>
          </a:prstGeom>
          <a:solidFill>
            <a:srgbClr val="A3B1C5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5BFC820E-484A-B3AA-CCE9-AFAA95663FC0}"/>
              </a:ext>
            </a:extLst>
          </p:cNvPr>
          <p:cNvSpPr/>
          <p:nvPr/>
        </p:nvSpPr>
        <p:spPr>
          <a:xfrm>
            <a:off x="4700311" y="4760641"/>
            <a:ext cx="1391955" cy="1187075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Cache-Server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439FC937-C50D-D70F-1094-2944A7A4DD5F}"/>
              </a:ext>
            </a:extLst>
          </p:cNvPr>
          <p:cNvSpPr/>
          <p:nvPr/>
        </p:nvSpPr>
        <p:spPr>
          <a:xfrm>
            <a:off x="337375" y="4765610"/>
            <a:ext cx="1391955" cy="1184618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Broad-caster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67C5917-CCA4-4842-20DA-91A06F6A820E}"/>
              </a:ext>
            </a:extLst>
          </p:cNvPr>
          <p:cNvSpPr/>
          <p:nvPr/>
        </p:nvSpPr>
        <p:spPr>
          <a:xfrm>
            <a:off x="2810393" y="3577305"/>
            <a:ext cx="808852" cy="685205"/>
          </a:xfrm>
          <a:prstGeom prst="rect">
            <a:avLst/>
          </a:prstGeom>
          <a:solidFill>
            <a:srgbClr val="9DC3E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>
                <a:solidFill>
                  <a:schemeClr val="bg1"/>
                </a:solidFill>
              </a:rPr>
              <a:t>http/ https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B92FF02-95EC-AD36-A81F-653F6B1535AB}"/>
              </a:ext>
            </a:extLst>
          </p:cNvPr>
          <p:cNvSpPr/>
          <p:nvPr/>
        </p:nvSpPr>
        <p:spPr>
          <a:xfrm>
            <a:off x="628926" y="3583087"/>
            <a:ext cx="808852" cy="668147"/>
          </a:xfrm>
          <a:prstGeom prst="rect">
            <a:avLst/>
          </a:prstGeom>
          <a:solidFill>
            <a:srgbClr val="9DC3E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>
                <a:solidFill>
                  <a:schemeClr val="bg1"/>
                </a:solidFill>
              </a:rPr>
              <a:t>Web-socket</a:t>
            </a:r>
          </a:p>
        </p:txBody>
      </p:sp>
      <p:sp>
        <p:nvSpPr>
          <p:cNvPr id="39" name="Pfeil: nach links und rechts 38">
            <a:extLst>
              <a:ext uri="{FF2B5EF4-FFF2-40B4-BE49-F238E27FC236}">
                <a16:creationId xmlns:a16="http://schemas.microsoft.com/office/drawing/2014/main" id="{FAE71F32-0EA1-318A-4C8D-968D10ABF9D5}"/>
              </a:ext>
            </a:extLst>
          </p:cNvPr>
          <p:cNvSpPr/>
          <p:nvPr/>
        </p:nvSpPr>
        <p:spPr>
          <a:xfrm rot="10800000">
            <a:off x="1729329" y="5198970"/>
            <a:ext cx="789512" cy="317898"/>
          </a:xfrm>
          <a:prstGeom prst="leftRightArrow">
            <a:avLst/>
          </a:prstGeom>
          <a:solidFill>
            <a:srgbClr val="A3B1C5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Pfeil: nach links und rechts 14">
            <a:extLst>
              <a:ext uri="{FF2B5EF4-FFF2-40B4-BE49-F238E27FC236}">
                <a16:creationId xmlns:a16="http://schemas.microsoft.com/office/drawing/2014/main" id="{863A3B5F-DF6D-42E3-B140-36287F671703}"/>
              </a:ext>
            </a:extLst>
          </p:cNvPr>
          <p:cNvSpPr/>
          <p:nvPr/>
        </p:nvSpPr>
        <p:spPr>
          <a:xfrm rot="17486602">
            <a:off x="2260215" y="6324856"/>
            <a:ext cx="1072177" cy="317898"/>
          </a:xfrm>
          <a:prstGeom prst="leftRightArrow">
            <a:avLst/>
          </a:prstGeom>
          <a:solidFill>
            <a:srgbClr val="A3B1C5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Pfeil: nach links und rechts 40">
            <a:extLst>
              <a:ext uri="{FF2B5EF4-FFF2-40B4-BE49-F238E27FC236}">
                <a16:creationId xmlns:a16="http://schemas.microsoft.com/office/drawing/2014/main" id="{4BF0B624-1DDE-7197-8173-25E64C1A9EEA}"/>
              </a:ext>
            </a:extLst>
          </p:cNvPr>
          <p:cNvSpPr/>
          <p:nvPr/>
        </p:nvSpPr>
        <p:spPr>
          <a:xfrm rot="4113398" flipH="1">
            <a:off x="3097244" y="6331730"/>
            <a:ext cx="1072177" cy="317898"/>
          </a:xfrm>
          <a:prstGeom prst="leftRightArrow">
            <a:avLst/>
          </a:prstGeom>
          <a:solidFill>
            <a:srgbClr val="A3B1C5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7705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</Words>
  <Application>Microsoft Office PowerPoint</Application>
  <PresentationFormat>Bildschirmpräsentation (4:3)</PresentationFormat>
  <Paragraphs>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</vt:lpstr>
      <vt:lpstr>tc-services1.png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iqb-berlin.github.io/ rising-stars</dc:title>
  <dc:creator>Martin</dc:creator>
  <cp:lastModifiedBy>Martin Mechtel</cp:lastModifiedBy>
  <cp:revision>38</cp:revision>
  <dcterms:created xsi:type="dcterms:W3CDTF">2025-09-05T05:36:38Z</dcterms:created>
  <dcterms:modified xsi:type="dcterms:W3CDTF">2026-03-31T09:37:02Z</dcterms:modified>
</cp:coreProperties>
</file>