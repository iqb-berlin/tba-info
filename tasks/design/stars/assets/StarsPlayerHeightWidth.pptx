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59998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1472842"/>
            <a:ext cx="1070999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4726842"/>
            <a:ext cx="9449991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5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13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2243638"/>
            <a:ext cx="1086749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6022610"/>
            <a:ext cx="1086749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3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2395710"/>
            <a:ext cx="5354995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2395710"/>
            <a:ext cx="5354995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54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479144"/>
            <a:ext cx="10867490" cy="17394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2206137"/>
            <a:ext cx="5330385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3287331"/>
            <a:ext cx="5330385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2206137"/>
            <a:ext cx="535663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3287331"/>
            <a:ext cx="5356636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06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30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1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295769"/>
            <a:ext cx="6378744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16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99969"/>
            <a:ext cx="4063824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295769"/>
            <a:ext cx="6378744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2699862"/>
            <a:ext cx="4063824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869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75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479142"/>
            <a:ext cx="2716872" cy="762669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479142"/>
            <a:ext cx="7993117" cy="762669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23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479144"/>
            <a:ext cx="1086749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2395710"/>
            <a:ext cx="1086749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6F67E-D72F-46FA-868E-4763D1DBD08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8341240"/>
            <a:ext cx="42524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8341240"/>
            <a:ext cx="283499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76F8C-3544-44CC-A977-035A99228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41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1A30961-B19B-A849-D78D-14F4C3284D21}"/>
              </a:ext>
            </a:extLst>
          </p:cNvPr>
          <p:cNvSpPr/>
          <p:nvPr/>
        </p:nvSpPr>
        <p:spPr>
          <a:xfrm>
            <a:off x="2398554" y="1400707"/>
            <a:ext cx="8297475" cy="6287678"/>
          </a:xfrm>
          <a:prstGeom prst="rect">
            <a:avLst/>
          </a:prstGeom>
          <a:solidFill>
            <a:srgbClr val="33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6B1453C-BDAA-5DCC-6044-49B48D5BC1AE}"/>
              </a:ext>
            </a:extLst>
          </p:cNvPr>
          <p:cNvSpPr/>
          <p:nvPr/>
        </p:nvSpPr>
        <p:spPr>
          <a:xfrm>
            <a:off x="2398554" y="1400709"/>
            <a:ext cx="8297473" cy="230713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accent6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0CCF8D6-F1BE-7CB7-C661-622C7EE3E16C}"/>
              </a:ext>
            </a:extLst>
          </p:cNvPr>
          <p:cNvSpPr/>
          <p:nvPr/>
        </p:nvSpPr>
        <p:spPr>
          <a:xfrm>
            <a:off x="2398556" y="7442085"/>
            <a:ext cx="8297473" cy="230713"/>
          </a:xfrm>
          <a:prstGeom prst="rect">
            <a:avLst/>
          </a:prstGeom>
          <a:pattFill prst="wdUpDiag">
            <a:fgClr>
              <a:srgbClr val="FFC000"/>
            </a:fgClr>
            <a:bgClr>
              <a:schemeClr val="accent6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66FEDCF-8BD2-EC8D-4778-93EC1ED3F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60" y="1516063"/>
            <a:ext cx="866896" cy="81926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1E47480-204B-6737-90B2-5AB7745A9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970" y="6738176"/>
            <a:ext cx="800212" cy="80021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D3A5A71-A403-DC15-5B43-3F4857DA5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096" y="1577984"/>
            <a:ext cx="1286054" cy="695422"/>
          </a:xfrm>
          <a:prstGeom prst="rect">
            <a:avLst/>
          </a:prstGeom>
        </p:spPr>
      </p:pic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35CA3E9-32BA-69CF-CEF6-DD4FA383AAFC}"/>
              </a:ext>
            </a:extLst>
          </p:cNvPr>
          <p:cNvCxnSpPr>
            <a:cxnSpLocks/>
          </p:cNvCxnSpPr>
          <p:nvPr/>
        </p:nvCxnSpPr>
        <p:spPr>
          <a:xfrm>
            <a:off x="1230377" y="1400707"/>
            <a:ext cx="9465648" cy="256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F802901-5BFB-9E83-A4DE-99634BA59294}"/>
              </a:ext>
            </a:extLst>
          </p:cNvPr>
          <p:cNvCxnSpPr>
            <a:cxnSpLocks/>
          </p:cNvCxnSpPr>
          <p:nvPr/>
        </p:nvCxnSpPr>
        <p:spPr>
          <a:xfrm>
            <a:off x="1230377" y="7687768"/>
            <a:ext cx="9465648" cy="256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37A6283-BB9E-E081-ED1F-A2FA79BBB1F7}"/>
              </a:ext>
            </a:extLst>
          </p:cNvPr>
          <p:cNvCxnSpPr>
            <a:cxnSpLocks/>
          </p:cNvCxnSpPr>
          <p:nvPr/>
        </p:nvCxnSpPr>
        <p:spPr>
          <a:xfrm>
            <a:off x="2013941" y="1628524"/>
            <a:ext cx="8682085" cy="33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C87DFA5-C5BD-6414-0719-607128136DE1}"/>
              </a:ext>
            </a:extLst>
          </p:cNvPr>
          <p:cNvCxnSpPr>
            <a:cxnSpLocks/>
          </p:cNvCxnSpPr>
          <p:nvPr/>
        </p:nvCxnSpPr>
        <p:spPr>
          <a:xfrm>
            <a:off x="1589734" y="2273406"/>
            <a:ext cx="910629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3CDBDF3-DBEC-9FE1-07D2-DFF04B289722}"/>
              </a:ext>
            </a:extLst>
          </p:cNvPr>
          <p:cNvCxnSpPr>
            <a:cxnSpLocks/>
          </p:cNvCxnSpPr>
          <p:nvPr/>
        </p:nvCxnSpPr>
        <p:spPr>
          <a:xfrm>
            <a:off x="1335210" y="1410756"/>
            <a:ext cx="0" cy="626696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FAEAA5E-23C8-3AC9-F0AB-94C160D81588}"/>
              </a:ext>
            </a:extLst>
          </p:cNvPr>
          <p:cNvCxnSpPr>
            <a:cxnSpLocks/>
          </p:cNvCxnSpPr>
          <p:nvPr/>
        </p:nvCxnSpPr>
        <p:spPr>
          <a:xfrm>
            <a:off x="1721709" y="1398147"/>
            <a:ext cx="0" cy="87526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E4E8D76-34EA-CB92-C064-2C6EB91CC3DD}"/>
              </a:ext>
            </a:extLst>
          </p:cNvPr>
          <p:cNvCxnSpPr>
            <a:cxnSpLocks/>
          </p:cNvCxnSpPr>
          <p:nvPr/>
        </p:nvCxnSpPr>
        <p:spPr>
          <a:xfrm>
            <a:off x="2108208" y="1628525"/>
            <a:ext cx="0" cy="44956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846EDA0-3B86-B27C-1370-DC5623D6A891}"/>
              </a:ext>
            </a:extLst>
          </p:cNvPr>
          <p:cNvCxnSpPr>
            <a:cxnSpLocks/>
          </p:cNvCxnSpPr>
          <p:nvPr/>
        </p:nvCxnSpPr>
        <p:spPr>
          <a:xfrm>
            <a:off x="2012055" y="7440470"/>
            <a:ext cx="8682085" cy="33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A45AB3E-7A38-C8B8-8633-FF0A2A7FCF90}"/>
              </a:ext>
            </a:extLst>
          </p:cNvPr>
          <p:cNvCxnSpPr>
            <a:cxnSpLocks/>
          </p:cNvCxnSpPr>
          <p:nvPr/>
        </p:nvCxnSpPr>
        <p:spPr>
          <a:xfrm>
            <a:off x="1587848" y="6769206"/>
            <a:ext cx="910629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1AB7DB9-8FCA-46D3-6E8D-309380EECE2C}"/>
              </a:ext>
            </a:extLst>
          </p:cNvPr>
          <p:cNvCxnSpPr>
            <a:cxnSpLocks/>
          </p:cNvCxnSpPr>
          <p:nvPr/>
        </p:nvCxnSpPr>
        <p:spPr>
          <a:xfrm>
            <a:off x="1721709" y="6779256"/>
            <a:ext cx="0" cy="87526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2693D30-4193-F4E0-AA4C-8501BB8FFC9B}"/>
              </a:ext>
            </a:extLst>
          </p:cNvPr>
          <p:cNvCxnSpPr>
            <a:cxnSpLocks/>
          </p:cNvCxnSpPr>
          <p:nvPr/>
        </p:nvCxnSpPr>
        <p:spPr>
          <a:xfrm>
            <a:off x="4661694" y="1086009"/>
            <a:ext cx="0" cy="660176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D37B01AE-D231-C7FD-361B-E1884825CCD4}"/>
              </a:ext>
            </a:extLst>
          </p:cNvPr>
          <p:cNvCxnSpPr>
            <a:cxnSpLocks/>
          </p:cNvCxnSpPr>
          <p:nvPr/>
        </p:nvCxnSpPr>
        <p:spPr>
          <a:xfrm>
            <a:off x="9653450" y="1086617"/>
            <a:ext cx="0" cy="660176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54F5CFC-1C2A-EA04-7E73-F106B4A52AB9}"/>
              </a:ext>
            </a:extLst>
          </p:cNvPr>
          <p:cNvCxnSpPr>
            <a:cxnSpLocks/>
          </p:cNvCxnSpPr>
          <p:nvPr/>
        </p:nvCxnSpPr>
        <p:spPr>
          <a:xfrm>
            <a:off x="2398945" y="643095"/>
            <a:ext cx="0" cy="702944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CB59093C-9CC7-8BD6-BB6C-81DF9963ACB0}"/>
              </a:ext>
            </a:extLst>
          </p:cNvPr>
          <p:cNvSpPr/>
          <p:nvPr/>
        </p:nvSpPr>
        <p:spPr>
          <a:xfrm>
            <a:off x="1085833" y="2893345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A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AAC8AD59-F4ED-2853-B03C-14A8173FE001}"/>
              </a:ext>
            </a:extLst>
          </p:cNvPr>
          <p:cNvSpPr/>
          <p:nvPr/>
        </p:nvSpPr>
        <p:spPr>
          <a:xfrm>
            <a:off x="1923010" y="6991189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E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87FE679-300C-1A62-2BBD-97E9A10EFC55}"/>
              </a:ext>
            </a:extLst>
          </p:cNvPr>
          <p:cNvSpPr/>
          <p:nvPr/>
        </p:nvSpPr>
        <p:spPr>
          <a:xfrm>
            <a:off x="1503085" y="6960294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D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C0BF050D-D267-8BE1-5156-9027148D6E79}"/>
              </a:ext>
            </a:extLst>
          </p:cNvPr>
          <p:cNvSpPr/>
          <p:nvPr/>
        </p:nvSpPr>
        <p:spPr>
          <a:xfrm>
            <a:off x="1477393" y="1595830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B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0897EB6-6EED-A631-EC6E-17D7C04FCB59}"/>
              </a:ext>
            </a:extLst>
          </p:cNvPr>
          <p:cNvSpPr/>
          <p:nvPr/>
        </p:nvSpPr>
        <p:spPr>
          <a:xfrm>
            <a:off x="1847111" y="1789002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C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AFBAE565-41E1-D3AE-9615-4812EA02F1EC}"/>
              </a:ext>
            </a:extLst>
          </p:cNvPr>
          <p:cNvCxnSpPr>
            <a:cxnSpLocks/>
          </p:cNvCxnSpPr>
          <p:nvPr/>
        </p:nvCxnSpPr>
        <p:spPr>
          <a:xfrm>
            <a:off x="10694138" y="658335"/>
            <a:ext cx="0" cy="702944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762EC232-9770-95AA-22C7-BF51888835FD}"/>
              </a:ext>
            </a:extLst>
          </p:cNvPr>
          <p:cNvCxnSpPr>
            <a:cxnSpLocks/>
          </p:cNvCxnSpPr>
          <p:nvPr/>
        </p:nvCxnSpPr>
        <p:spPr>
          <a:xfrm>
            <a:off x="2398554" y="793820"/>
            <a:ext cx="829369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9CA38E13-40C2-1296-7680-7F0E5091C049}"/>
              </a:ext>
            </a:extLst>
          </p:cNvPr>
          <p:cNvCxnSpPr>
            <a:cxnSpLocks/>
          </p:cNvCxnSpPr>
          <p:nvPr/>
        </p:nvCxnSpPr>
        <p:spPr>
          <a:xfrm flipH="1">
            <a:off x="2415608" y="1205802"/>
            <a:ext cx="224608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7B6F2E6A-16FB-F90C-4211-696126CF7F49}"/>
              </a:ext>
            </a:extLst>
          </p:cNvPr>
          <p:cNvCxnSpPr>
            <a:cxnSpLocks/>
          </p:cNvCxnSpPr>
          <p:nvPr/>
        </p:nvCxnSpPr>
        <p:spPr>
          <a:xfrm flipH="1">
            <a:off x="9653450" y="1205802"/>
            <a:ext cx="103879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llipse 62">
            <a:extLst>
              <a:ext uri="{FF2B5EF4-FFF2-40B4-BE49-F238E27FC236}">
                <a16:creationId xmlns:a16="http://schemas.microsoft.com/office/drawing/2014/main" id="{6E37A08A-AEA7-6171-68D3-9BE4999E5636}"/>
              </a:ext>
            </a:extLst>
          </p:cNvPr>
          <p:cNvSpPr/>
          <p:nvPr/>
        </p:nvSpPr>
        <p:spPr>
          <a:xfrm>
            <a:off x="2815220" y="984773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G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8D5093B-EAD2-1217-6718-66C4978514FE}"/>
              </a:ext>
            </a:extLst>
          </p:cNvPr>
          <p:cNvSpPr/>
          <p:nvPr/>
        </p:nvSpPr>
        <p:spPr>
          <a:xfrm>
            <a:off x="9924407" y="954572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H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1A3D518E-7775-24F2-1883-330B53205155}"/>
              </a:ext>
            </a:extLst>
          </p:cNvPr>
          <p:cNvSpPr/>
          <p:nvPr/>
        </p:nvSpPr>
        <p:spPr>
          <a:xfrm>
            <a:off x="3681053" y="559942"/>
            <a:ext cx="289088" cy="28908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b="1"/>
              <a:t>F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7425FDB-DFB0-6E95-1939-F1E1F6E59258}"/>
              </a:ext>
            </a:extLst>
          </p:cNvPr>
          <p:cNvCxnSpPr>
            <a:cxnSpLocks/>
          </p:cNvCxnSpPr>
          <p:nvPr/>
        </p:nvCxnSpPr>
        <p:spPr>
          <a:xfrm>
            <a:off x="2108208" y="1146641"/>
            <a:ext cx="0" cy="24933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E7ED842-F95E-1E53-5514-5E52B11BA244}"/>
              </a:ext>
            </a:extLst>
          </p:cNvPr>
          <p:cNvCxnSpPr>
            <a:cxnSpLocks/>
          </p:cNvCxnSpPr>
          <p:nvPr/>
        </p:nvCxnSpPr>
        <p:spPr>
          <a:xfrm>
            <a:off x="2108208" y="1146641"/>
            <a:ext cx="0" cy="64232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3DA25DC-19EA-2FCC-7847-BA3535FC143B}"/>
              </a:ext>
            </a:extLst>
          </p:cNvPr>
          <p:cNvCxnSpPr>
            <a:cxnSpLocks/>
          </p:cNvCxnSpPr>
          <p:nvPr/>
        </p:nvCxnSpPr>
        <p:spPr>
          <a:xfrm>
            <a:off x="2158131" y="7687768"/>
            <a:ext cx="0" cy="44956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86BF6AE-3A72-388C-279F-DFE8EC16E4E6}"/>
              </a:ext>
            </a:extLst>
          </p:cNvPr>
          <p:cNvCxnSpPr>
            <a:cxnSpLocks/>
          </p:cNvCxnSpPr>
          <p:nvPr/>
        </p:nvCxnSpPr>
        <p:spPr>
          <a:xfrm>
            <a:off x="2158131" y="7205884"/>
            <a:ext cx="0" cy="24933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0387AB0-0B2E-AB32-B378-E3AEC9AA5647}"/>
              </a:ext>
            </a:extLst>
          </p:cNvPr>
          <p:cNvCxnSpPr>
            <a:cxnSpLocks/>
          </p:cNvCxnSpPr>
          <p:nvPr/>
        </p:nvCxnSpPr>
        <p:spPr>
          <a:xfrm>
            <a:off x="2158131" y="6924514"/>
            <a:ext cx="0" cy="79034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587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Mechtel</dc:creator>
  <cp:lastModifiedBy>Martin Mechtel</cp:lastModifiedBy>
  <cp:revision>2</cp:revision>
  <dcterms:created xsi:type="dcterms:W3CDTF">2025-11-17T12:16:30Z</dcterms:created>
  <dcterms:modified xsi:type="dcterms:W3CDTF">2025-11-17T13:43:35Z</dcterms:modified>
</cp:coreProperties>
</file>