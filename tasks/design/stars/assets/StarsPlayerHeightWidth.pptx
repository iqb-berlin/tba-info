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1" r:id="rId2"/>
    <p:sldId id="256" r:id="rId3"/>
    <p:sldId id="257" r:id="rId4"/>
    <p:sldId id="264" r:id="rId5"/>
    <p:sldId id="262" r:id="rId6"/>
    <p:sldId id="263" r:id="rId7"/>
    <p:sldId id="258" r:id="rId8"/>
    <p:sldId id="259" r:id="rId9"/>
    <p:sldId id="260" r:id="rId10"/>
  </p:sldIdLst>
  <p:sldSz cx="12599988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608" autoAdjust="0"/>
    <p:restoredTop sz="94660"/>
  </p:normalViewPr>
  <p:slideViewPr>
    <p:cSldViewPr snapToGrid="0">
      <p:cViewPr>
        <p:scale>
          <a:sx n="100" d="100"/>
          <a:sy n="100" d="100"/>
        </p:scale>
        <p:origin x="402" y="-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99" y="1472842"/>
            <a:ext cx="10709990" cy="3133172"/>
          </a:xfrm>
        </p:spPr>
        <p:txBody>
          <a:bodyPr anchor="b"/>
          <a:lstStyle>
            <a:lvl1pPr algn="ctr">
              <a:defRPr sz="787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4999" y="4726842"/>
            <a:ext cx="9449991" cy="2172804"/>
          </a:xfrm>
        </p:spPr>
        <p:txBody>
          <a:bodyPr/>
          <a:lstStyle>
            <a:lvl1pPr marL="0" indent="0" algn="ctr">
              <a:buNone/>
              <a:defRPr sz="3150"/>
            </a:lvl1pPr>
            <a:lvl2pPr marL="599984" indent="0" algn="ctr">
              <a:buNone/>
              <a:defRPr sz="2625"/>
            </a:lvl2pPr>
            <a:lvl3pPr marL="1199967" indent="0" algn="ctr">
              <a:buNone/>
              <a:defRPr sz="2362"/>
            </a:lvl3pPr>
            <a:lvl4pPr marL="1799951" indent="0" algn="ctr">
              <a:buNone/>
              <a:defRPr sz="2100"/>
            </a:lvl4pPr>
            <a:lvl5pPr marL="2399934" indent="0" algn="ctr">
              <a:buNone/>
              <a:defRPr sz="2100"/>
            </a:lvl5pPr>
            <a:lvl6pPr marL="2999918" indent="0" algn="ctr">
              <a:buNone/>
              <a:defRPr sz="2100"/>
            </a:lvl6pPr>
            <a:lvl7pPr marL="3599901" indent="0" algn="ctr">
              <a:buNone/>
              <a:defRPr sz="2100"/>
            </a:lvl7pPr>
            <a:lvl8pPr marL="4199885" indent="0" algn="ctr">
              <a:buNone/>
              <a:defRPr sz="2100"/>
            </a:lvl8pPr>
            <a:lvl9pPr marL="4799868" indent="0" algn="ctr">
              <a:buNone/>
              <a:defRPr sz="21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4567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30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2243638"/>
            <a:ext cx="10867490" cy="3743557"/>
          </a:xfrm>
        </p:spPr>
        <p:txBody>
          <a:bodyPr anchor="b"/>
          <a:lstStyle>
            <a:lvl1pPr>
              <a:defRPr sz="787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6022610"/>
            <a:ext cx="10867490" cy="1968648"/>
          </a:xfrm>
        </p:spPr>
        <p:txBody>
          <a:bodyPr/>
          <a:lstStyle>
            <a:lvl1pPr marL="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1pPr>
            <a:lvl2pPr marL="599984" indent="0">
              <a:buNone/>
              <a:defRPr sz="2625">
                <a:solidFill>
                  <a:schemeClr val="tx1">
                    <a:tint val="82000"/>
                  </a:schemeClr>
                </a:solidFill>
              </a:defRPr>
            </a:lvl2pPr>
            <a:lvl3pPr marL="1199967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3pPr>
            <a:lvl4pPr marL="1799951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4pPr>
            <a:lvl5pPr marL="2399934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5pPr>
            <a:lvl6pPr marL="2999918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6pPr>
            <a:lvl7pPr marL="3599901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7pPr>
            <a:lvl8pPr marL="4199885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8pPr>
            <a:lvl9pPr marL="4799868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5319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2395710"/>
            <a:ext cx="5354995" cy="571012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44" y="2395710"/>
            <a:ext cx="5354995" cy="571012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45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479144"/>
            <a:ext cx="10867490" cy="17394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2" y="2206137"/>
            <a:ext cx="5330385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2" y="3287331"/>
            <a:ext cx="5330385" cy="483516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5" y="2206137"/>
            <a:ext cx="5356636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5" y="3287331"/>
            <a:ext cx="5356636" cy="483516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5063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308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12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599969"/>
            <a:ext cx="4063824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1295769"/>
            <a:ext cx="6378744" cy="6395505"/>
          </a:xfrm>
        </p:spPr>
        <p:txBody>
          <a:bodyPr/>
          <a:lstStyle>
            <a:lvl1pPr>
              <a:defRPr sz="4199"/>
            </a:lvl1pPr>
            <a:lvl2pPr>
              <a:defRPr sz="3674"/>
            </a:lvl2pPr>
            <a:lvl3pPr>
              <a:defRPr sz="3150"/>
            </a:lvl3pPr>
            <a:lvl4pPr>
              <a:defRPr sz="2625"/>
            </a:lvl4pPr>
            <a:lvl5pPr>
              <a:defRPr sz="2625"/>
            </a:lvl5pPr>
            <a:lvl6pPr>
              <a:defRPr sz="2625"/>
            </a:lvl6pPr>
            <a:lvl7pPr>
              <a:defRPr sz="2625"/>
            </a:lvl7pPr>
            <a:lvl8pPr>
              <a:defRPr sz="2625"/>
            </a:lvl8pPr>
            <a:lvl9pPr>
              <a:defRPr sz="2625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2699862"/>
            <a:ext cx="4063824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4164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599969"/>
            <a:ext cx="4063824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1295769"/>
            <a:ext cx="6378744" cy="6395505"/>
          </a:xfrm>
        </p:spPr>
        <p:txBody>
          <a:bodyPr anchor="t"/>
          <a:lstStyle>
            <a:lvl1pPr marL="0" indent="0">
              <a:buNone/>
              <a:defRPr sz="4199"/>
            </a:lvl1pPr>
            <a:lvl2pPr marL="599984" indent="0">
              <a:buNone/>
              <a:defRPr sz="3674"/>
            </a:lvl2pPr>
            <a:lvl3pPr marL="1199967" indent="0">
              <a:buNone/>
              <a:defRPr sz="3150"/>
            </a:lvl3pPr>
            <a:lvl4pPr marL="1799951" indent="0">
              <a:buNone/>
              <a:defRPr sz="2625"/>
            </a:lvl4pPr>
            <a:lvl5pPr marL="2399934" indent="0">
              <a:buNone/>
              <a:defRPr sz="2625"/>
            </a:lvl5pPr>
            <a:lvl6pPr marL="2999918" indent="0">
              <a:buNone/>
              <a:defRPr sz="2625"/>
            </a:lvl6pPr>
            <a:lvl7pPr marL="3599901" indent="0">
              <a:buNone/>
              <a:defRPr sz="2625"/>
            </a:lvl7pPr>
            <a:lvl8pPr marL="4199885" indent="0">
              <a:buNone/>
              <a:defRPr sz="2625"/>
            </a:lvl8pPr>
            <a:lvl9pPr marL="4799868" indent="0">
              <a:buNone/>
              <a:defRPr sz="2625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2699862"/>
            <a:ext cx="4063824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6869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75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479142"/>
            <a:ext cx="2716872" cy="762669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50" y="479142"/>
            <a:ext cx="7993117" cy="762669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8235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479144"/>
            <a:ext cx="10867490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2395710"/>
            <a:ext cx="10867490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49" y="8341240"/>
            <a:ext cx="2834997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86F67E-D72F-46FA-868E-4763D1DBD089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8341240"/>
            <a:ext cx="425249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2" y="8341240"/>
            <a:ext cx="2834997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C76F8C-3544-44CC-A977-035A992281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4416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99967" rtl="0" eaLnBrk="1" latinLnBrk="0" hangingPunct="1">
        <a:lnSpc>
          <a:spcPct val="90000"/>
        </a:lnSpc>
        <a:spcBef>
          <a:spcPct val="0"/>
        </a:spcBef>
        <a:buNone/>
        <a:defRPr sz="577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9992" indent="-299992" algn="l" defTabSz="119996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3674" kern="1200">
          <a:solidFill>
            <a:schemeClr val="tx1"/>
          </a:solidFill>
          <a:latin typeface="+mn-lt"/>
          <a:ea typeface="+mn-ea"/>
          <a:cs typeface="+mn-cs"/>
        </a:defRPr>
      </a:lvl1pPr>
      <a:lvl2pPr marL="899975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2pPr>
      <a:lvl3pPr marL="1499959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625" kern="1200">
          <a:solidFill>
            <a:schemeClr val="tx1"/>
          </a:solidFill>
          <a:latin typeface="+mn-lt"/>
          <a:ea typeface="+mn-ea"/>
          <a:cs typeface="+mn-cs"/>
        </a:defRPr>
      </a:lvl3pPr>
      <a:lvl4pPr marL="2099942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699926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329991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899893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499877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509986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1pPr>
      <a:lvl2pPr marL="59998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99967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79995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39993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299991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59990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199885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479986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923010" y="2273406"/>
            <a:ext cx="877301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944005" y="6769206"/>
            <a:ext cx="8750133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  <a:stCxn id="63" idx="0"/>
          </p:cNvCxnSpPr>
          <p:nvPr/>
        </p:nvCxnSpPr>
        <p:spPr>
          <a:xfrm>
            <a:off x="4661694" y="919723"/>
            <a:ext cx="0" cy="676805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799461" y="7295926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799461" y="6624661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799461" y="2126916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799461" y="14849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4517150" y="919723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508906" y="930103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8446162" y="930103"/>
            <a:ext cx="0" cy="675767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5608" y="2271460"/>
            <a:ext cx="8272730" cy="4497745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301618" y="930103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3295863" y="924516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755774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0587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5608" y="2273406"/>
            <a:ext cx="8272730" cy="4493855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EDFF620-00EE-48C0-FA35-9A1DC53FE124}"/>
              </a:ext>
            </a:extLst>
          </p:cNvPr>
          <p:cNvSpPr/>
          <p:nvPr/>
        </p:nvSpPr>
        <p:spPr>
          <a:xfrm>
            <a:off x="2415608" y="5619250"/>
            <a:ext cx="8282441" cy="118705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3402033" y="2345374"/>
            <a:ext cx="6268081" cy="3196832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4365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2413582" y="1664672"/>
            <a:ext cx="8282441" cy="3820167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2B6FA6B-D07A-C45C-A186-73A2B9B32FD0}"/>
              </a:ext>
            </a:extLst>
          </p:cNvPr>
          <p:cNvSpPr/>
          <p:nvPr/>
        </p:nvSpPr>
        <p:spPr>
          <a:xfrm>
            <a:off x="2415608" y="5619250"/>
            <a:ext cx="8282441" cy="118705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027454B-36B6-B1DB-66F3-520254A6AC76}"/>
              </a:ext>
            </a:extLst>
          </p:cNvPr>
          <p:cNvSpPr/>
          <p:nvPr/>
        </p:nvSpPr>
        <p:spPr>
          <a:xfrm>
            <a:off x="3354889" y="2498661"/>
            <a:ext cx="6268081" cy="2605562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1755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5608" y="2271460"/>
            <a:ext cx="8272730" cy="4497745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9932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5608" y="2271460"/>
            <a:ext cx="8272730" cy="542636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8646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12655" y="1638906"/>
            <a:ext cx="8293303" cy="391842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EDFF620-00EE-48C0-FA35-9A1DC53FE124}"/>
              </a:ext>
            </a:extLst>
          </p:cNvPr>
          <p:cNvSpPr/>
          <p:nvPr/>
        </p:nvSpPr>
        <p:spPr>
          <a:xfrm>
            <a:off x="2415608" y="5619250"/>
            <a:ext cx="8282441" cy="1187054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2588852" y="1782730"/>
            <a:ext cx="7902925" cy="3681212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4938D65-8928-251A-3942-4BD1B9040827}"/>
              </a:ext>
            </a:extLst>
          </p:cNvPr>
          <p:cNvSpPr/>
          <p:nvPr/>
        </p:nvSpPr>
        <p:spPr>
          <a:xfrm>
            <a:off x="5044273" y="1884918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64B80D59-FA65-2A58-C909-DA5F5E115BA3}"/>
              </a:ext>
            </a:extLst>
          </p:cNvPr>
          <p:cNvSpPr/>
          <p:nvPr/>
        </p:nvSpPr>
        <p:spPr>
          <a:xfrm>
            <a:off x="6317978" y="4895643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ECFFAF55-CB14-22E2-CD2A-70FACB558EBD}"/>
              </a:ext>
            </a:extLst>
          </p:cNvPr>
          <p:cNvSpPr/>
          <p:nvPr/>
        </p:nvSpPr>
        <p:spPr>
          <a:xfrm>
            <a:off x="9305288" y="3168999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6B6D663E-6B58-57E8-F8E1-C4FD05E4FF96}"/>
              </a:ext>
            </a:extLst>
          </p:cNvPr>
          <p:cNvSpPr/>
          <p:nvPr/>
        </p:nvSpPr>
        <p:spPr>
          <a:xfrm>
            <a:off x="8995833" y="2142210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A2AE6F74-721E-A5DD-8D93-2BF64B469E64}"/>
              </a:ext>
            </a:extLst>
          </p:cNvPr>
          <p:cNvSpPr/>
          <p:nvPr/>
        </p:nvSpPr>
        <p:spPr>
          <a:xfrm>
            <a:off x="4088813" y="3275107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F21ED152-29B7-C0B3-A224-73631680CD6C}"/>
              </a:ext>
            </a:extLst>
          </p:cNvPr>
          <p:cNvSpPr/>
          <p:nvPr/>
        </p:nvSpPr>
        <p:spPr>
          <a:xfrm>
            <a:off x="2880588" y="2565992"/>
            <a:ext cx="291602" cy="29160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C676D4FD-C737-832D-F75B-903356CBCBA2}"/>
              </a:ext>
            </a:extLst>
          </p:cNvPr>
          <p:cNvCxnSpPr/>
          <p:nvPr/>
        </p:nvCxnSpPr>
        <p:spPr>
          <a:xfrm>
            <a:off x="361740" y="2273406"/>
            <a:ext cx="794431" cy="0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376A1A3-FDE5-DA2D-DFD7-0155251EDC86}"/>
              </a:ext>
            </a:extLst>
          </p:cNvPr>
          <p:cNvCxnSpPr/>
          <p:nvPr/>
        </p:nvCxnSpPr>
        <p:spPr>
          <a:xfrm>
            <a:off x="361740" y="1622410"/>
            <a:ext cx="794431" cy="0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9382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2402722" y="2267523"/>
            <a:ext cx="8295192" cy="4508881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EDFF620-00EE-48C0-FA35-9A1DC53FE124}"/>
              </a:ext>
            </a:extLst>
          </p:cNvPr>
          <p:cNvSpPr/>
          <p:nvPr/>
        </p:nvSpPr>
        <p:spPr>
          <a:xfrm>
            <a:off x="8255539" y="2271461"/>
            <a:ext cx="2006214" cy="4502323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3583186" y="2740400"/>
            <a:ext cx="3788938" cy="3681212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5378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A30961-B19B-A849-D78D-14F4C3284D21}"/>
              </a:ext>
            </a:extLst>
          </p:cNvPr>
          <p:cNvSpPr/>
          <p:nvPr/>
        </p:nvSpPr>
        <p:spPr>
          <a:xfrm>
            <a:off x="2398554" y="1400707"/>
            <a:ext cx="8297475" cy="6287678"/>
          </a:xfrm>
          <a:prstGeom prst="rect">
            <a:avLst/>
          </a:prstGeom>
          <a:solidFill>
            <a:srgbClr val="33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6B1453C-BDAA-5DCC-6044-49B48D5BC1AE}"/>
              </a:ext>
            </a:extLst>
          </p:cNvPr>
          <p:cNvSpPr/>
          <p:nvPr/>
        </p:nvSpPr>
        <p:spPr>
          <a:xfrm>
            <a:off x="2398554" y="1400709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0CCF8D6-F1BE-7CB7-C661-622C7EE3E16C}"/>
              </a:ext>
            </a:extLst>
          </p:cNvPr>
          <p:cNvSpPr/>
          <p:nvPr/>
        </p:nvSpPr>
        <p:spPr>
          <a:xfrm>
            <a:off x="2398556" y="7442085"/>
            <a:ext cx="8297473" cy="230713"/>
          </a:xfrm>
          <a:prstGeom prst="rect">
            <a:avLst/>
          </a:prstGeom>
          <a:pattFill prst="wdUpDiag">
            <a:fgClr>
              <a:srgbClr val="FFC000"/>
            </a:fgClr>
            <a:bgClr>
              <a:schemeClr val="accent6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A66FEDCF-8BD2-EC8D-4778-93EC1ED3F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860" y="1516063"/>
            <a:ext cx="866896" cy="819264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21E47480-204B-6737-90B2-5AB7745A95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970" y="6738176"/>
            <a:ext cx="800212" cy="800212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D3A5A71-A403-DC15-5B43-3F4857DA5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1096" y="1577984"/>
            <a:ext cx="1286054" cy="695422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35CA3E9-32BA-69CF-CEF6-DD4FA383AAFC}"/>
              </a:ext>
            </a:extLst>
          </p:cNvPr>
          <p:cNvCxnSpPr>
            <a:cxnSpLocks/>
          </p:cNvCxnSpPr>
          <p:nvPr/>
        </p:nvCxnSpPr>
        <p:spPr>
          <a:xfrm>
            <a:off x="1230377" y="1400707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1F802901-5BFB-9E83-A4DE-99634BA59294}"/>
              </a:ext>
            </a:extLst>
          </p:cNvPr>
          <p:cNvCxnSpPr>
            <a:cxnSpLocks/>
          </p:cNvCxnSpPr>
          <p:nvPr/>
        </p:nvCxnSpPr>
        <p:spPr>
          <a:xfrm>
            <a:off x="1230377" y="7687768"/>
            <a:ext cx="9465648" cy="256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37A6283-BB9E-E081-ED1F-A2FA79BBB1F7}"/>
              </a:ext>
            </a:extLst>
          </p:cNvPr>
          <p:cNvCxnSpPr>
            <a:cxnSpLocks/>
          </p:cNvCxnSpPr>
          <p:nvPr/>
        </p:nvCxnSpPr>
        <p:spPr>
          <a:xfrm>
            <a:off x="2013941" y="1628524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C87DFA5-C5BD-6414-0719-607128136DE1}"/>
              </a:ext>
            </a:extLst>
          </p:cNvPr>
          <p:cNvCxnSpPr>
            <a:cxnSpLocks/>
          </p:cNvCxnSpPr>
          <p:nvPr/>
        </p:nvCxnSpPr>
        <p:spPr>
          <a:xfrm>
            <a:off x="1589734" y="22734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3CDBDF3-DBEC-9FE1-07D2-DFF04B289722}"/>
              </a:ext>
            </a:extLst>
          </p:cNvPr>
          <p:cNvCxnSpPr>
            <a:cxnSpLocks/>
          </p:cNvCxnSpPr>
          <p:nvPr/>
        </p:nvCxnSpPr>
        <p:spPr>
          <a:xfrm>
            <a:off x="1335210" y="1410756"/>
            <a:ext cx="0" cy="62669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FAEAA5E-23C8-3AC9-F0AB-94C160D81588}"/>
              </a:ext>
            </a:extLst>
          </p:cNvPr>
          <p:cNvCxnSpPr>
            <a:cxnSpLocks/>
          </p:cNvCxnSpPr>
          <p:nvPr/>
        </p:nvCxnSpPr>
        <p:spPr>
          <a:xfrm>
            <a:off x="1721709" y="1398147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E4E8D76-34EA-CB92-C064-2C6EB91CC3DD}"/>
              </a:ext>
            </a:extLst>
          </p:cNvPr>
          <p:cNvCxnSpPr>
            <a:cxnSpLocks/>
          </p:cNvCxnSpPr>
          <p:nvPr/>
        </p:nvCxnSpPr>
        <p:spPr>
          <a:xfrm>
            <a:off x="2108208" y="1628525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846EDA0-3B86-B27C-1370-DC5623D6A891}"/>
              </a:ext>
            </a:extLst>
          </p:cNvPr>
          <p:cNvCxnSpPr>
            <a:cxnSpLocks/>
          </p:cNvCxnSpPr>
          <p:nvPr/>
        </p:nvCxnSpPr>
        <p:spPr>
          <a:xfrm>
            <a:off x="2012055" y="7440470"/>
            <a:ext cx="8682085" cy="33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DA45AB3E-7A38-C8B8-8633-FF0A2A7FCF90}"/>
              </a:ext>
            </a:extLst>
          </p:cNvPr>
          <p:cNvCxnSpPr>
            <a:cxnSpLocks/>
          </p:cNvCxnSpPr>
          <p:nvPr/>
        </p:nvCxnSpPr>
        <p:spPr>
          <a:xfrm>
            <a:off x="1587848" y="6769206"/>
            <a:ext cx="9106290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1AB7DB9-8FCA-46D3-6E8D-309380EECE2C}"/>
              </a:ext>
            </a:extLst>
          </p:cNvPr>
          <p:cNvCxnSpPr>
            <a:cxnSpLocks/>
          </p:cNvCxnSpPr>
          <p:nvPr/>
        </p:nvCxnSpPr>
        <p:spPr>
          <a:xfrm>
            <a:off x="1721709" y="6779256"/>
            <a:ext cx="0" cy="87526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2693D30-4193-F4E0-AA4C-8501BB8FFC9B}"/>
              </a:ext>
            </a:extLst>
          </p:cNvPr>
          <p:cNvCxnSpPr>
            <a:cxnSpLocks/>
          </p:cNvCxnSpPr>
          <p:nvPr/>
        </p:nvCxnSpPr>
        <p:spPr>
          <a:xfrm>
            <a:off x="4661694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37B01AE-D231-C7FD-361B-E1884825CCD4}"/>
              </a:ext>
            </a:extLst>
          </p:cNvPr>
          <p:cNvCxnSpPr>
            <a:cxnSpLocks/>
          </p:cNvCxnSpPr>
          <p:nvPr/>
        </p:nvCxnSpPr>
        <p:spPr>
          <a:xfrm>
            <a:off x="9653450" y="1086617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54F5CFC-1C2A-EA04-7E73-F106B4A52AB9}"/>
              </a:ext>
            </a:extLst>
          </p:cNvPr>
          <p:cNvCxnSpPr>
            <a:cxnSpLocks/>
          </p:cNvCxnSpPr>
          <p:nvPr/>
        </p:nvCxnSpPr>
        <p:spPr>
          <a:xfrm>
            <a:off x="2398554" y="341644"/>
            <a:ext cx="391" cy="73308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CB59093C-9CC7-8BD6-BB6C-81DF9963ACB0}"/>
              </a:ext>
            </a:extLst>
          </p:cNvPr>
          <p:cNvSpPr/>
          <p:nvPr/>
        </p:nvSpPr>
        <p:spPr>
          <a:xfrm>
            <a:off x="1085833" y="289334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A</a:t>
            </a:r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AAC8AD59-F4ED-2853-B03C-14A8173FE001}"/>
              </a:ext>
            </a:extLst>
          </p:cNvPr>
          <p:cNvSpPr/>
          <p:nvPr/>
        </p:nvSpPr>
        <p:spPr>
          <a:xfrm>
            <a:off x="1923010" y="699118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E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87FE679-300C-1A62-2BBD-97E9A10EFC55}"/>
              </a:ext>
            </a:extLst>
          </p:cNvPr>
          <p:cNvSpPr/>
          <p:nvPr/>
        </p:nvSpPr>
        <p:spPr>
          <a:xfrm>
            <a:off x="1503085" y="6960294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D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C0BF050D-D267-8BE1-5156-9027148D6E79}"/>
              </a:ext>
            </a:extLst>
          </p:cNvPr>
          <p:cNvSpPr/>
          <p:nvPr/>
        </p:nvSpPr>
        <p:spPr>
          <a:xfrm>
            <a:off x="1477393" y="1595830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B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0897EB6-6EED-A631-EC6E-17D7C04FCB59}"/>
              </a:ext>
            </a:extLst>
          </p:cNvPr>
          <p:cNvSpPr/>
          <p:nvPr/>
        </p:nvSpPr>
        <p:spPr>
          <a:xfrm>
            <a:off x="1847111" y="178900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C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AFBAE565-41E1-D3AE-9615-4812EA02F1EC}"/>
              </a:ext>
            </a:extLst>
          </p:cNvPr>
          <p:cNvCxnSpPr>
            <a:cxnSpLocks/>
          </p:cNvCxnSpPr>
          <p:nvPr/>
        </p:nvCxnSpPr>
        <p:spPr>
          <a:xfrm>
            <a:off x="10694138" y="341644"/>
            <a:ext cx="0" cy="734613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762EC232-9770-95AA-22C7-BF51888835FD}"/>
              </a:ext>
            </a:extLst>
          </p:cNvPr>
          <p:cNvCxnSpPr>
            <a:cxnSpLocks/>
          </p:cNvCxnSpPr>
          <p:nvPr/>
        </p:nvCxnSpPr>
        <p:spPr>
          <a:xfrm>
            <a:off x="2398554" y="452186"/>
            <a:ext cx="8293694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9CA38E13-40C2-1296-7680-7F0E5091C049}"/>
              </a:ext>
            </a:extLst>
          </p:cNvPr>
          <p:cNvCxnSpPr>
            <a:cxnSpLocks/>
          </p:cNvCxnSpPr>
          <p:nvPr/>
        </p:nvCxnSpPr>
        <p:spPr>
          <a:xfrm flipH="1">
            <a:off x="2415608" y="864168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7B6F2E6A-16FB-F90C-4211-696126CF7F49}"/>
              </a:ext>
            </a:extLst>
          </p:cNvPr>
          <p:cNvCxnSpPr>
            <a:cxnSpLocks/>
          </p:cNvCxnSpPr>
          <p:nvPr/>
        </p:nvCxnSpPr>
        <p:spPr>
          <a:xfrm flipH="1">
            <a:off x="9653450" y="1205802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Ellipse 62">
            <a:extLst>
              <a:ext uri="{FF2B5EF4-FFF2-40B4-BE49-F238E27FC236}">
                <a16:creationId xmlns:a16="http://schemas.microsoft.com/office/drawing/2014/main" id="{6E37A08A-AEA7-6171-68D3-9BE4999E5636}"/>
              </a:ext>
            </a:extLst>
          </p:cNvPr>
          <p:cNvSpPr/>
          <p:nvPr/>
        </p:nvSpPr>
        <p:spPr>
          <a:xfrm>
            <a:off x="2815220" y="64313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8D5093B-EAD2-1217-6718-66C4978514FE}"/>
              </a:ext>
            </a:extLst>
          </p:cNvPr>
          <p:cNvSpPr/>
          <p:nvPr/>
        </p:nvSpPr>
        <p:spPr>
          <a:xfrm>
            <a:off x="9924407" y="954572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1A3D518E-7775-24F2-1883-330B53205155}"/>
              </a:ext>
            </a:extLst>
          </p:cNvPr>
          <p:cNvSpPr/>
          <p:nvPr/>
        </p:nvSpPr>
        <p:spPr>
          <a:xfrm>
            <a:off x="3681053" y="218308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F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7425FDB-DFB0-6E95-1939-F1E1F6E59258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E7ED842-F95E-1E53-5514-5E52B11BA244}"/>
              </a:ext>
            </a:extLst>
          </p:cNvPr>
          <p:cNvCxnSpPr>
            <a:cxnSpLocks/>
          </p:cNvCxnSpPr>
          <p:nvPr/>
        </p:nvCxnSpPr>
        <p:spPr>
          <a:xfrm>
            <a:off x="2108208" y="1146641"/>
            <a:ext cx="0" cy="64232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3DA25DC-19EA-2FCC-7847-BA3535FC143B}"/>
              </a:ext>
            </a:extLst>
          </p:cNvPr>
          <p:cNvCxnSpPr>
            <a:cxnSpLocks/>
          </p:cNvCxnSpPr>
          <p:nvPr/>
        </p:nvCxnSpPr>
        <p:spPr>
          <a:xfrm>
            <a:off x="2158131" y="7687768"/>
            <a:ext cx="0" cy="44956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86BF6AE-3A72-388C-279F-DFE8EC16E4E6}"/>
              </a:ext>
            </a:extLst>
          </p:cNvPr>
          <p:cNvCxnSpPr>
            <a:cxnSpLocks/>
          </p:cNvCxnSpPr>
          <p:nvPr/>
        </p:nvCxnSpPr>
        <p:spPr>
          <a:xfrm>
            <a:off x="2158131" y="7205884"/>
            <a:ext cx="0" cy="24933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0387AB0-0B2E-AB32-B378-E3AEC9AA5647}"/>
              </a:ext>
            </a:extLst>
          </p:cNvPr>
          <p:cNvCxnSpPr>
            <a:cxnSpLocks/>
          </p:cNvCxnSpPr>
          <p:nvPr/>
        </p:nvCxnSpPr>
        <p:spPr>
          <a:xfrm>
            <a:off x="2158131" y="6924514"/>
            <a:ext cx="0" cy="79034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F026375-CAB4-2B31-50E0-E04363E6390F}"/>
              </a:ext>
            </a:extLst>
          </p:cNvPr>
          <p:cNvCxnSpPr>
            <a:cxnSpLocks/>
          </p:cNvCxnSpPr>
          <p:nvPr/>
        </p:nvCxnSpPr>
        <p:spPr>
          <a:xfrm flipH="1">
            <a:off x="8446162" y="865654"/>
            <a:ext cx="2246086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F308149B-C2F9-3F82-C6AE-D30E77674AC8}"/>
              </a:ext>
            </a:extLst>
          </p:cNvPr>
          <p:cNvSpPr/>
          <p:nvPr/>
        </p:nvSpPr>
        <p:spPr>
          <a:xfrm>
            <a:off x="8845774" y="644625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G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386D9D-4EF0-06AF-822A-7B5606AB1C5F}"/>
              </a:ext>
            </a:extLst>
          </p:cNvPr>
          <p:cNvCxnSpPr>
            <a:cxnSpLocks/>
          </p:cNvCxnSpPr>
          <p:nvPr/>
        </p:nvCxnSpPr>
        <p:spPr>
          <a:xfrm flipH="1">
            <a:off x="2405307" y="1208459"/>
            <a:ext cx="103879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llipse 12">
            <a:extLst>
              <a:ext uri="{FF2B5EF4-FFF2-40B4-BE49-F238E27FC236}">
                <a16:creationId xmlns:a16="http://schemas.microsoft.com/office/drawing/2014/main" id="{C012AF5E-9F8F-56AE-C1F8-409A4FC6D6CA}"/>
              </a:ext>
            </a:extLst>
          </p:cNvPr>
          <p:cNvSpPr/>
          <p:nvPr/>
        </p:nvSpPr>
        <p:spPr>
          <a:xfrm>
            <a:off x="2676264" y="957229"/>
            <a:ext cx="289088" cy="28908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b="1"/>
              <a:t>H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462B3E8-B875-AD36-DC6D-DEB64DD6FF2C}"/>
              </a:ext>
            </a:extLst>
          </p:cNvPr>
          <p:cNvCxnSpPr>
            <a:cxnSpLocks/>
          </p:cNvCxnSpPr>
          <p:nvPr/>
        </p:nvCxnSpPr>
        <p:spPr>
          <a:xfrm>
            <a:off x="3444105" y="1086009"/>
            <a:ext cx="0" cy="660176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7FEAB77-D9FE-36DB-0276-F439DE6F2498}"/>
              </a:ext>
            </a:extLst>
          </p:cNvPr>
          <p:cNvCxnSpPr>
            <a:cxnSpLocks/>
          </p:cNvCxnSpPr>
          <p:nvPr/>
        </p:nvCxnSpPr>
        <p:spPr>
          <a:xfrm>
            <a:off x="8446162" y="733530"/>
            <a:ext cx="0" cy="695424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88986488-C8C5-6AE9-2221-8CC50033911D}"/>
              </a:ext>
            </a:extLst>
          </p:cNvPr>
          <p:cNvSpPr/>
          <p:nvPr/>
        </p:nvSpPr>
        <p:spPr>
          <a:xfrm>
            <a:off x="4661694" y="1612939"/>
            <a:ext cx="3788938" cy="5837158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EDFF620-00EE-48C0-FA35-9A1DC53FE124}"/>
              </a:ext>
            </a:extLst>
          </p:cNvPr>
          <p:cNvSpPr/>
          <p:nvPr/>
        </p:nvSpPr>
        <p:spPr>
          <a:xfrm>
            <a:off x="7511204" y="2305440"/>
            <a:ext cx="929116" cy="4502323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8FD2FF6-DD04-8762-3E73-4EC2D5E0D411}"/>
              </a:ext>
            </a:extLst>
          </p:cNvPr>
          <p:cNvSpPr/>
          <p:nvPr/>
        </p:nvSpPr>
        <p:spPr>
          <a:xfrm>
            <a:off x="4737150" y="1741319"/>
            <a:ext cx="2634974" cy="5538958"/>
          </a:xfrm>
          <a:prstGeom prst="rect">
            <a:avLst/>
          </a:prstGeom>
          <a:solidFill>
            <a:schemeClr val="accent1">
              <a:alpha val="27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85699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83</Words>
  <Application>Microsoft Office PowerPoint</Application>
  <PresentationFormat>Benutzerdefiniert</PresentationFormat>
  <Paragraphs>83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Mechtel</dc:creator>
  <cp:lastModifiedBy>Martin Mechtel</cp:lastModifiedBy>
  <cp:revision>5</cp:revision>
  <dcterms:created xsi:type="dcterms:W3CDTF">2025-11-17T12:16:30Z</dcterms:created>
  <dcterms:modified xsi:type="dcterms:W3CDTF">2025-12-10T14:27:14Z</dcterms:modified>
</cp:coreProperties>
</file>